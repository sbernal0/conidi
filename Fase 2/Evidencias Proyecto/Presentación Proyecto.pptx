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voMOfjSLNs4CV/Kq44BZ2C6RE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EDD724-6B5D-42CD-9F38-B2CBE41EB8CE}">
  <a:tblStyle styleId="{9AEDD724-6B5D-42CD-9F38-B2CBE41EB8C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Marce</a:t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Marce</a:t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Marce</a:t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Seba</a:t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Seba</a:t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Favio</a:t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Favio</a:t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Seba</a:t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543b4370f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543b4370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Seba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Favio</a:t>
            </a:r>
            <a:endParaRPr/>
          </a:p>
        </p:txBody>
      </p:sp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Marce</a:t>
            </a:r>
            <a:endParaRPr/>
          </a:p>
        </p:txBody>
      </p:sp>
      <p:sp>
        <p:nvSpPr>
          <p:cNvPr id="197" name="Google Shape;19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Marce</a:t>
            </a:r>
            <a:endParaRPr/>
          </a:p>
        </p:txBody>
      </p:sp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Seba</a:t>
            </a:r>
            <a:endParaRPr/>
          </a:p>
        </p:txBody>
      </p:sp>
      <p:sp>
        <p:nvSpPr>
          <p:cNvPr id="214" name="Google Shape;21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Favio</a:t>
            </a:r>
            <a:endParaRPr/>
          </a:p>
        </p:txBody>
      </p:sp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Niño Sano Digital - (CONIDI)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0977" y="1710819"/>
            <a:ext cx="7633598" cy="4350606"/>
            <a:chOff x="-49" y="0"/>
            <a:chExt cx="7633598" cy="4350606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-49" y="6"/>
              <a:ext cx="76335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Sebastián Bernal</a:t>
              </a:r>
              <a:endPara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•"/>
              </a:pPr>
              <a:r>
                <a:rPr lang="es-CL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Team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•"/>
              </a:pPr>
              <a:r>
                <a:rPr lang="es-CL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Backend, documentación y modelamiento Base de Datos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49" y="1495506"/>
              <a:ext cx="7633500" cy="13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Marcela Candia</a:t>
              </a:r>
              <a:endPara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•"/>
              </a:pPr>
              <a:r>
                <a:rPr lang="es-CL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•"/>
              </a:pPr>
              <a:r>
                <a:rPr lang="es-CL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Organización de reuniones, desarrollo Frontend y documentación.</a:t>
              </a:r>
              <a:endParaRPr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" y="2991006"/>
              <a:ext cx="76335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Favio Salgado</a:t>
              </a:r>
              <a:endPara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•"/>
              </a:pPr>
              <a:r>
                <a:rPr lang="es-CL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•"/>
              </a:pPr>
              <a:r>
                <a:rPr lang="es-CL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Gestionar el product backlog, desarrollo Backend y d</a:t>
              </a:r>
              <a:r>
                <a:rPr lang="es-CL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ocumentación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CONTROL NIÑO SANO DIGITAL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- (CONIDI)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CONTROL NIÑO SANO DIGITAL - (CONIDI)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CESFAM administran el Programa de Niño Sano con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fragmentados, generando retrasos en la detección de atrasos en controles y vacunas.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Esto obliga a los equipos de salud a actuar de forma reactiva. A la vez, 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padres y tutores carecen de un acceso centralizado a la información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Todo esto limita su participación en el cuidado infantil.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software de gestión y alertas tempranas para el Programa de Niño Sano en CESFAM para mejorar la gestión del Programa de Niño Sano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optimizando la toma de decisiones y mejorando el acceso a la información tanto para los profesionales de salud como para los padres/tutores de los niños.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CONTROL NIÑO SANO DIGITAL - (CONIDI)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" name="Google Shape;120;p4"/>
          <p:cNvSpPr txBox="1"/>
          <p:nvPr/>
        </p:nvSpPr>
        <p:spPr>
          <a:xfrm>
            <a:off x="1" y="3757771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inteligente de gestión y alertas tempranas para el Programa de Niño Sano en CESFAM.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14525" y="4457200"/>
            <a:ext cx="10962900" cy="221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5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al menos en un 40% el tiempo administrativo de los profesionales y garantizar el acceso centralizado a la información integral de salud en un periodo máximo de 12 meses. (historia, vacunas, nutrición).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Aumentar en un 90% que la tasa de detección proactiva de riesgos (ej. retraso vacunal, malnutrición), mediante la implementación de alertas tempranas y visualización de métricas clave en una plataforma de Business Intelligence (BI) en un plazo máximo de 6 meses.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Garantizar el acceso digital inmediato a la Ficha Control de Niño Sano para padres,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visualizando la evolución del niño y asegurando la actualización del historial del paciente (vacunas, controles, nutrición) desde su nacimiento hasta su último control.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CONTROL NIÑO SANO DIGITAL - (CONIDI)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>
            <a:off x="0" y="13637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30" name="Google Shape;130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5"/>
          <p:cNvSpPr/>
          <p:nvPr/>
        </p:nvSpPr>
        <p:spPr>
          <a:xfrm>
            <a:off x="614525" y="2144975"/>
            <a:ext cx="4974300" cy="428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Digitalización del Control de Niño Sano para tutores y profesionales.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centralizado que automatiza la detección de retrasos en controles y vacunas.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Cumple con el Documento Técnico del Niño Sano del MINSAL.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Portal seguro para padres con acceso y notificaciones vía email.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con herramientas gratuitas y bajo costo, factible como MVP académico.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774975" y="2144975"/>
            <a:ext cx="5215500" cy="428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Posible resistencia al cambio en los CESFAM y los tutores por costumbre de registros manuales.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 inicial limitado a CESFAM de prueba, no a nivel nacional.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 al servidor del CESFAM.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 reducido, por lo que, se prioriza solo funcionalidades esenciales del sistema.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Requiere capacitaciones y difusión que no se contemplan en el proyecto actual.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CONTROL NIÑO SANO DIGITAL - (CONIDI)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39" name="Google Shape;139;p6"/>
          <p:cNvSpPr txBox="1"/>
          <p:nvPr/>
        </p:nvSpPr>
        <p:spPr>
          <a:xfrm>
            <a:off x="0" y="10349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1" name="Google Shape;14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4625" y="2462600"/>
            <a:ext cx="7582749" cy="427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4970850" y="1716374"/>
            <a:ext cx="2250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SCRUM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7" name="Google Shape;1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CONTROL NIÑO SANO DIGITAL - (CONIDI)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49" name="Google Shape;149;p7"/>
          <p:cNvSpPr txBox="1"/>
          <p:nvPr/>
        </p:nvSpPr>
        <p:spPr>
          <a:xfrm>
            <a:off x="1" y="99290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Temporal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1" name="Google Shape;151;p7"/>
          <p:cNvGraphicFramePr/>
          <p:nvPr/>
        </p:nvGraphicFramePr>
        <p:xfrm>
          <a:off x="187396" y="16393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{9AEDD724-6B5D-42CD-9F38-B2CBE41EB8CE}</a:tableStyleId>
              </a:tblPr>
              <a:tblGrid>
                <a:gridCol w="1385025"/>
                <a:gridCol w="532600"/>
                <a:gridCol w="531475"/>
                <a:gridCol w="534550"/>
                <a:gridCol w="534550"/>
                <a:gridCol w="531475"/>
                <a:gridCol w="531475"/>
                <a:gridCol w="531475"/>
                <a:gridCol w="531475"/>
                <a:gridCol w="531475"/>
                <a:gridCol w="531475"/>
                <a:gridCol w="531475"/>
                <a:gridCol w="533525"/>
                <a:gridCol w="533525"/>
                <a:gridCol w="533525"/>
                <a:gridCol w="555650"/>
                <a:gridCol w="399875"/>
                <a:gridCol w="399875"/>
                <a:gridCol w="667175"/>
                <a:gridCol w="533525"/>
                <a:gridCol w="422000"/>
              </a:tblGrid>
              <a:tr h="2930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Actividades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 hMerge="1"/>
                <a:tc hMerge="1"/>
              </a:tr>
              <a:tr h="248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700"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9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Planificación y </a:t>
                      </a: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Análisis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33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1 – Seguridad, Autenticación y Gestión de Usuarios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700"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33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Sprint 2 – </a:t>
                      </a: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Modelado del Dominio Clínico y Pacientes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700"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33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Sprint 3 – Reglas avanzadas y actualización automática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x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700"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33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4 – Refactorización, Optimización de Rutas y Frontend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5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5 – Dashboards, QA y Cierre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CONTROL NIÑO SANO DIGITAL - (CONIDI)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624100" y="2745450"/>
            <a:ext cx="526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</p:txBody>
      </p:sp>
      <p:cxnSp>
        <p:nvCxnSpPr>
          <p:cNvPr id="158" name="Google Shape;158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9" name="Google Shape;159;p8" title="ClassArqui4.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7510" y="0"/>
            <a:ext cx="535006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160" name="Google Shape;1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0602" y="0"/>
            <a:ext cx="3141406" cy="78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5" name="Google Shape;16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CONTROL NIÑO SANO DIGITAL - (CONIDI)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0" y="1432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la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" name="Google Shape;168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9" name="Google Shape;169;p9" title="DiagramaDeplo3.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9100" y="2294555"/>
            <a:ext cx="7355841" cy="4258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4" name="Google Shape;1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CONTROL NIÑO SANO DIGITAL - (CONIDI)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cxnSp>
        <p:nvCxnSpPr>
          <p:cNvPr id="176" name="Google Shape;176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7" name="Google Shape;177;p10"/>
          <p:cNvSpPr txBox="1"/>
          <p:nvPr/>
        </p:nvSpPr>
        <p:spPr>
          <a:xfrm>
            <a:off x="0" y="683211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pic>
        <p:nvPicPr>
          <p:cNvPr id="178" name="Google Shape;178;p10" title="image.png"/>
          <p:cNvPicPr preferRelativeResize="0"/>
          <p:nvPr/>
        </p:nvPicPr>
        <p:blipFill rotWithShape="1">
          <a:blip r:embed="rId4">
            <a:alphaModFix/>
          </a:blip>
          <a:srcRect b="1601" l="499" r="1538" t="722"/>
          <a:stretch/>
        </p:blipFill>
        <p:spPr>
          <a:xfrm>
            <a:off x="2585002" y="1329700"/>
            <a:ext cx="7220147" cy="55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g3a543b4370f_0_11"/>
          <p:cNvPicPr preferRelativeResize="0"/>
          <p:nvPr/>
        </p:nvPicPr>
        <p:blipFill rotWithShape="1">
          <a:blip r:embed="rId3">
            <a:alphaModFix/>
          </a:blip>
          <a:srcRect b="4382" l="0" r="3063" t="768"/>
          <a:stretch/>
        </p:blipFill>
        <p:spPr>
          <a:xfrm>
            <a:off x="445612" y="0"/>
            <a:ext cx="11300775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8" name="Google Shape;18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1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CONTROL NIÑO SANO DIGITAL - (CONIDI)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90" name="Google Shape;190;p11"/>
          <p:cNvSpPr txBox="1"/>
          <p:nvPr/>
        </p:nvSpPr>
        <p:spPr>
          <a:xfrm>
            <a:off x="38750" y="77780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Analíticos a Incorporar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" name="Google Shape;191;p1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2" name="Google Shape;192;p11"/>
          <p:cNvSpPr/>
          <p:nvPr/>
        </p:nvSpPr>
        <p:spPr>
          <a:xfrm>
            <a:off x="565225" y="1639700"/>
            <a:ext cx="3239700" cy="499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Tendencias de Asistencia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Analizar la tendencia trimestral de la asistencia al programa.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¿Por qué?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ntender patrones estacionales que podrían influir en la asistencia a controles.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Filtrado de controles no realizados en tabla controles, </a:t>
            </a: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luego extraer</a:t>
            </a: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fecha y calcular los trimestres de cada registro, luego se agrupan por los periodos temporales realizando un conteo, obteniendo  la cantidad exacta de asistencia.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Periodicidad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Trimestral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476325" y="1683750"/>
            <a:ext cx="3141300" cy="499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Comparativo Anual de Estado Nutricional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Comparar el estado nutricional de los niños, agrupados por tramos de edad fijos.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¿Por qué?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identificar si las tendencias de malnutrición están mejorando o empeorando en el grupo etario específico.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definen los rangos etarios, en base a la fecha de nacimiento de los niños y las fechas actuales, luego se extraen los datos del control, donde esta la calificación nutricional y el IMC, dividiendolo por año, rango etario y la calificación nutricional, donde al final de esto se entrega el IMC promedio de la cantidad de niños.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Periodicidad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Anual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8170875" y="1683750"/>
            <a:ext cx="3290400" cy="499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Cobertura de Vacunación por Sector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Evaluar la adherencia al calendario de vacunación a nivel geográfico.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¿Por qué?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identificar zonas con una baja cobertura, analizar posibles barreras de acceso y medir el impacto anual de las campañas de inmunización.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cruzan los datos de vacunación con los datos del sector de residencia del niño, luego se agrupan los datos por año (según la fecha programada) y por sector geográfico, finalmente se calcula el porcentaje de cobertura comparando el total de vacunas aplicadas contra el total de vacunas que estaban programadas en ese lugar y esa fecha.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Periodicidad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Anual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9" name="Google Shape;1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CONTROL NIÑO SANO DIGITAL - (CONIDI)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202" name="Google Shape;202;p1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3" name="Google Shape;203;p12"/>
          <p:cNvSpPr/>
          <p:nvPr/>
        </p:nvSpPr>
        <p:spPr>
          <a:xfrm>
            <a:off x="614525" y="2144975"/>
            <a:ext cx="4974300" cy="428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de programación -&gt; Python, JavaScript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de Marcado de Hipertexto -&gt; HTML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de estilo -&gt; CSS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bases de datos relacionales -&gt; SQL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6286775" y="2208800"/>
            <a:ext cx="4974300" cy="428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 -&gt; Visual Studio Code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Framework -&gt; Django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 -&gt; Git, GitHub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Framework -&gt; Bootstrap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Oracle SQL Developer Data Modeler -&gt; Modelamiento de datos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9" name="Google Shape;2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3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  <p:sp>
        <p:nvSpPr>
          <p:cNvPr id="211" name="Google Shape;211;p13"/>
          <p:cNvSpPr/>
          <p:nvPr/>
        </p:nvSpPr>
        <p:spPr>
          <a:xfrm>
            <a:off x="683275" y="2694725"/>
            <a:ext cx="10962900" cy="2716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Digitalización del programa Control de Niño Sano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Detección automatizada de niños atrasados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página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web responsiva para profesionales y tutores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Módulos análiticos para comparación de datos para evaluar tendencias y tomar medidas al respecto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➔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 del seguimiento del niño para tutores, donde pueden visualizar y comparar los datos de sus niños con el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estándar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6" name="Google Shape;21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4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850200" y="2498100"/>
            <a:ext cx="10962900" cy="3482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Poca familiaridad con herramientas como Github, por lo que se tuvo que volver a estudiar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Coordinación de tiempo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Desconocimiento inicial del área de la salud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 de referencia dispersa en diferentes sitios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ificultad en definición de la base de datos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3" name="Google Shape;2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5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 txBox="1"/>
          <p:nvPr>
            <p:ph type="title"/>
          </p:nvPr>
        </p:nvSpPr>
        <p:spPr>
          <a:xfrm>
            <a:off x="1981200" y="26064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s-CL" sz="4800"/>
              <a:t>Conclusión</a:t>
            </a:r>
            <a:endParaRPr/>
          </a:p>
        </p:txBody>
      </p:sp>
      <p:pic>
        <p:nvPicPr>
          <p:cNvPr id="230" name="Google Shape;23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5725" y="1290598"/>
            <a:ext cx="7724328" cy="51495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620000" dist="1333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slow"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5" name="Google Shape;2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6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"/>
          <p:cNvSpPr txBox="1"/>
          <p:nvPr>
            <p:ph type="title"/>
          </p:nvPr>
        </p:nvSpPr>
        <p:spPr>
          <a:xfrm>
            <a:off x="2639616" y="19168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Consultas y/o Comentarios</a:t>
            </a:r>
            <a:endParaRPr/>
          </a:p>
        </p:txBody>
      </p:sp>
      <p:pic>
        <p:nvPicPr>
          <p:cNvPr descr="foto_preguntas.jpg" id="242" name="Google Shape;2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9857" y="3356993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